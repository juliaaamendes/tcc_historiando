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64" r:id="rId2"/>
  </p:sldIdLst>
  <p:sldSz cx="28800425" cy="32399288"/>
  <p:notesSz cx="6858000" cy="9144000"/>
  <p:defaultTextStyle>
    <a:defPPr>
      <a:defRPr lang="pt-BR"/>
    </a:defPPr>
    <a:lvl1pPr marL="0" algn="l" defTabSz="3496945" rtl="0" eaLnBrk="1" latinLnBrk="0" hangingPunct="1">
      <a:defRPr sz="6884" kern="1200">
        <a:solidFill>
          <a:schemeClr val="tx1"/>
        </a:solidFill>
        <a:latin typeface="+mn-lt"/>
        <a:ea typeface="+mn-ea"/>
        <a:cs typeface="+mn-cs"/>
      </a:defRPr>
    </a:lvl1pPr>
    <a:lvl2pPr marL="1748473" algn="l" defTabSz="3496945" rtl="0" eaLnBrk="1" latinLnBrk="0" hangingPunct="1">
      <a:defRPr sz="6884" kern="1200">
        <a:solidFill>
          <a:schemeClr val="tx1"/>
        </a:solidFill>
        <a:latin typeface="+mn-lt"/>
        <a:ea typeface="+mn-ea"/>
        <a:cs typeface="+mn-cs"/>
      </a:defRPr>
    </a:lvl2pPr>
    <a:lvl3pPr marL="3496945" algn="l" defTabSz="3496945" rtl="0" eaLnBrk="1" latinLnBrk="0" hangingPunct="1">
      <a:defRPr sz="6884" kern="1200">
        <a:solidFill>
          <a:schemeClr val="tx1"/>
        </a:solidFill>
        <a:latin typeface="+mn-lt"/>
        <a:ea typeface="+mn-ea"/>
        <a:cs typeface="+mn-cs"/>
      </a:defRPr>
    </a:lvl3pPr>
    <a:lvl4pPr marL="5245418" algn="l" defTabSz="3496945" rtl="0" eaLnBrk="1" latinLnBrk="0" hangingPunct="1">
      <a:defRPr sz="6884" kern="1200">
        <a:solidFill>
          <a:schemeClr val="tx1"/>
        </a:solidFill>
        <a:latin typeface="+mn-lt"/>
        <a:ea typeface="+mn-ea"/>
        <a:cs typeface="+mn-cs"/>
      </a:defRPr>
    </a:lvl4pPr>
    <a:lvl5pPr marL="6993890" algn="l" defTabSz="3496945" rtl="0" eaLnBrk="1" latinLnBrk="0" hangingPunct="1">
      <a:defRPr sz="6884" kern="1200">
        <a:solidFill>
          <a:schemeClr val="tx1"/>
        </a:solidFill>
        <a:latin typeface="+mn-lt"/>
        <a:ea typeface="+mn-ea"/>
        <a:cs typeface="+mn-cs"/>
      </a:defRPr>
    </a:lvl5pPr>
    <a:lvl6pPr marL="8742362" algn="l" defTabSz="3496945" rtl="0" eaLnBrk="1" latinLnBrk="0" hangingPunct="1">
      <a:defRPr sz="6884" kern="1200">
        <a:solidFill>
          <a:schemeClr val="tx1"/>
        </a:solidFill>
        <a:latin typeface="+mn-lt"/>
        <a:ea typeface="+mn-ea"/>
        <a:cs typeface="+mn-cs"/>
      </a:defRPr>
    </a:lvl6pPr>
    <a:lvl7pPr marL="10490835" algn="l" defTabSz="3496945" rtl="0" eaLnBrk="1" latinLnBrk="0" hangingPunct="1">
      <a:defRPr sz="6884" kern="1200">
        <a:solidFill>
          <a:schemeClr val="tx1"/>
        </a:solidFill>
        <a:latin typeface="+mn-lt"/>
        <a:ea typeface="+mn-ea"/>
        <a:cs typeface="+mn-cs"/>
      </a:defRPr>
    </a:lvl7pPr>
    <a:lvl8pPr marL="12239308" algn="l" defTabSz="3496945" rtl="0" eaLnBrk="1" latinLnBrk="0" hangingPunct="1">
      <a:defRPr sz="6884" kern="1200">
        <a:solidFill>
          <a:schemeClr val="tx1"/>
        </a:solidFill>
        <a:latin typeface="+mn-lt"/>
        <a:ea typeface="+mn-ea"/>
        <a:cs typeface="+mn-cs"/>
      </a:defRPr>
    </a:lvl8pPr>
    <a:lvl9pPr marL="13987780" algn="l" defTabSz="3496945" rtl="0" eaLnBrk="1" latinLnBrk="0" hangingPunct="1">
      <a:defRPr sz="688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B9EB6F-5209-4760-8172-524DD8140EA0}" v="7" dt="2025-08-23T18:11:53.2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4660"/>
  </p:normalViewPr>
  <p:slideViewPr>
    <p:cSldViewPr snapToGrid="0">
      <p:cViewPr>
        <p:scale>
          <a:sx n="23" d="100"/>
          <a:sy n="23" d="100"/>
        </p:scale>
        <p:origin x="1723" y="2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A JULIA DA SILVA ARAUJO" userId="6f1fc543-07f4-4f57-b04c-6910f31f5fac" providerId="ADAL" clId="{4DB9EB6F-5209-4760-8172-524DD8140EA0}"/>
    <pc:docChg chg="custSel modSld">
      <pc:chgData name="MARIA JULIA DA SILVA ARAUJO" userId="6f1fc543-07f4-4f57-b04c-6910f31f5fac" providerId="ADAL" clId="{4DB9EB6F-5209-4760-8172-524DD8140EA0}" dt="2025-08-23T18:21:51.072" v="274" actId="1035"/>
      <pc:docMkLst>
        <pc:docMk/>
      </pc:docMkLst>
      <pc:sldChg chg="addSp delSp modSp mod">
        <pc:chgData name="MARIA JULIA DA SILVA ARAUJO" userId="6f1fc543-07f4-4f57-b04c-6910f31f5fac" providerId="ADAL" clId="{4DB9EB6F-5209-4760-8172-524DD8140EA0}" dt="2025-08-23T18:21:51.072" v="274" actId="1035"/>
        <pc:sldMkLst>
          <pc:docMk/>
          <pc:sldMk cId="2909438272" sldId="264"/>
        </pc:sldMkLst>
        <pc:spChg chg="add del mod">
          <ac:chgData name="MARIA JULIA DA SILVA ARAUJO" userId="6f1fc543-07f4-4f57-b04c-6910f31f5fac" providerId="ADAL" clId="{4DB9EB6F-5209-4760-8172-524DD8140EA0}" dt="2025-08-23T18:10:23.897" v="173"/>
          <ac:spMkLst>
            <pc:docMk/>
            <pc:sldMk cId="2909438272" sldId="264"/>
            <ac:spMk id="3" creationId="{9C471A43-AC08-FDDB-5660-6211833690AF}"/>
          </ac:spMkLst>
        </pc:spChg>
        <pc:spChg chg="add mod">
          <ac:chgData name="MARIA JULIA DA SILVA ARAUJO" userId="6f1fc543-07f4-4f57-b04c-6910f31f5fac" providerId="ADAL" clId="{4DB9EB6F-5209-4760-8172-524DD8140EA0}" dt="2025-08-23T18:21:51.072" v="274" actId="1035"/>
          <ac:spMkLst>
            <pc:docMk/>
            <pc:sldMk cId="2909438272" sldId="264"/>
            <ac:spMk id="4" creationId="{A3ECDCCB-9CD6-BC3D-1DE8-7A0B9A218A6A}"/>
          </ac:spMkLst>
        </pc:spChg>
        <pc:spChg chg="add del mod">
          <ac:chgData name="MARIA JULIA DA SILVA ARAUJO" userId="6f1fc543-07f4-4f57-b04c-6910f31f5fac" providerId="ADAL" clId="{4DB9EB6F-5209-4760-8172-524DD8140EA0}" dt="2025-08-23T18:10:41.576" v="177"/>
          <ac:spMkLst>
            <pc:docMk/>
            <pc:sldMk cId="2909438272" sldId="264"/>
            <ac:spMk id="9" creationId="{D76F76F8-BA26-D870-1D18-286585CA275F}"/>
          </ac:spMkLst>
        </pc:spChg>
        <pc:spChg chg="add del mod">
          <ac:chgData name="MARIA JULIA DA SILVA ARAUJO" userId="6f1fc543-07f4-4f57-b04c-6910f31f5fac" providerId="ADAL" clId="{4DB9EB6F-5209-4760-8172-524DD8140EA0}" dt="2025-08-23T18:15:49.899" v="206" actId="478"/>
          <ac:spMkLst>
            <pc:docMk/>
            <pc:sldMk cId="2909438272" sldId="264"/>
            <ac:spMk id="16" creationId="{7B46C68A-3B5E-E55E-F224-FF76DB5109D8}"/>
          </ac:spMkLst>
        </pc:spChg>
        <pc:spChg chg="mod">
          <ac:chgData name="MARIA JULIA DA SILVA ARAUJO" userId="6f1fc543-07f4-4f57-b04c-6910f31f5fac" providerId="ADAL" clId="{4DB9EB6F-5209-4760-8172-524DD8140EA0}" dt="2025-08-23T18:15:36.342" v="204" actId="20577"/>
          <ac:spMkLst>
            <pc:docMk/>
            <pc:sldMk cId="2909438272" sldId="264"/>
            <ac:spMk id="29" creationId="{00000000-0000-0000-0000-000000000000}"/>
          </ac:spMkLst>
        </pc:spChg>
        <pc:spChg chg="mod">
          <ac:chgData name="MARIA JULIA DA SILVA ARAUJO" userId="6f1fc543-07f4-4f57-b04c-6910f31f5fac" providerId="ADAL" clId="{4DB9EB6F-5209-4760-8172-524DD8140EA0}" dt="2025-08-23T18:16:51.321" v="208" actId="1076"/>
          <ac:spMkLst>
            <pc:docMk/>
            <pc:sldMk cId="2909438272" sldId="264"/>
            <ac:spMk id="31" creationId="{00000000-0000-0000-0000-000000000000}"/>
          </ac:spMkLst>
        </pc:spChg>
        <pc:spChg chg="mod">
          <ac:chgData name="MARIA JULIA DA SILVA ARAUJO" userId="6f1fc543-07f4-4f57-b04c-6910f31f5fac" providerId="ADAL" clId="{4DB9EB6F-5209-4760-8172-524DD8140EA0}" dt="2025-08-23T18:17:11.395" v="210" actId="1037"/>
          <ac:spMkLst>
            <pc:docMk/>
            <pc:sldMk cId="2909438272" sldId="264"/>
            <ac:spMk id="39" creationId="{00000000-0000-0000-0000-000000000000}"/>
          </ac:spMkLst>
        </pc:spChg>
        <pc:spChg chg="mod">
          <ac:chgData name="MARIA JULIA DA SILVA ARAUJO" userId="6f1fc543-07f4-4f57-b04c-6910f31f5fac" providerId="ADAL" clId="{4DB9EB6F-5209-4760-8172-524DD8140EA0}" dt="2025-08-23T18:17:36.823" v="220" actId="1035"/>
          <ac:spMkLst>
            <pc:docMk/>
            <pc:sldMk cId="2909438272" sldId="264"/>
            <ac:spMk id="40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60032" y="5302386"/>
            <a:ext cx="24480361" cy="11279752"/>
          </a:xfrm>
        </p:spPr>
        <p:txBody>
          <a:bodyPr anchor="b"/>
          <a:lstStyle>
            <a:lvl1pPr algn="ctr">
              <a:defRPr sz="18898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00053" y="17017128"/>
            <a:ext cx="21600319" cy="7822326"/>
          </a:xfrm>
        </p:spPr>
        <p:txBody>
          <a:bodyPr/>
          <a:lstStyle>
            <a:lvl1pPr marL="0" indent="0" algn="ctr">
              <a:buNone/>
              <a:defRPr sz="7559"/>
            </a:lvl1pPr>
            <a:lvl2pPr marL="1440043" indent="0" algn="ctr">
              <a:buNone/>
              <a:defRPr sz="6299"/>
            </a:lvl2pPr>
            <a:lvl3pPr marL="2880086" indent="0" algn="ctr">
              <a:buNone/>
              <a:defRPr sz="5669"/>
            </a:lvl3pPr>
            <a:lvl4pPr marL="4320129" indent="0" algn="ctr">
              <a:buNone/>
              <a:defRPr sz="5040"/>
            </a:lvl4pPr>
            <a:lvl5pPr marL="5760171" indent="0" algn="ctr">
              <a:buNone/>
              <a:defRPr sz="5040"/>
            </a:lvl5pPr>
            <a:lvl6pPr marL="7200214" indent="0" algn="ctr">
              <a:buNone/>
              <a:defRPr sz="5040"/>
            </a:lvl6pPr>
            <a:lvl7pPr marL="8640257" indent="0" algn="ctr">
              <a:buNone/>
              <a:defRPr sz="5040"/>
            </a:lvl7pPr>
            <a:lvl8pPr marL="10080300" indent="0" algn="ctr">
              <a:buNone/>
              <a:defRPr sz="5040"/>
            </a:lvl8pPr>
            <a:lvl9pPr marL="11520343" indent="0" algn="ctr">
              <a:buNone/>
              <a:defRPr sz="504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C5B94-B869-47F2-99CE-837CDC999CA5}" type="datetimeFigureOut">
              <a:rPr lang="pt-BR" smtClean="0"/>
              <a:t>23/08/2025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BD756-415C-4419-BDE9-730212C47C3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259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C5B94-B869-47F2-99CE-837CDC999CA5}" type="datetimeFigureOut">
              <a:rPr lang="pt-BR" smtClean="0"/>
              <a:t>23/08/2025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BD756-415C-4419-BDE9-730212C47C3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54875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5030" y="8077332"/>
            <a:ext cx="24840367" cy="13477201"/>
          </a:xfrm>
        </p:spPr>
        <p:txBody>
          <a:bodyPr anchor="b"/>
          <a:lstStyle>
            <a:lvl1pPr>
              <a:defRPr sz="18898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65030" y="21682033"/>
            <a:ext cx="24840367" cy="7087342"/>
          </a:xfrm>
        </p:spPr>
        <p:txBody>
          <a:bodyPr/>
          <a:lstStyle>
            <a:lvl1pPr marL="0" indent="0">
              <a:buNone/>
              <a:defRPr sz="7559">
                <a:solidFill>
                  <a:schemeClr val="tx1"/>
                </a:solidFill>
              </a:defRPr>
            </a:lvl1pPr>
            <a:lvl2pPr marL="1440043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2pPr>
            <a:lvl3pPr marL="2880086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3pPr>
            <a:lvl4pPr marL="4320129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4pPr>
            <a:lvl5pPr marL="5760171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5pPr>
            <a:lvl6pPr marL="7200214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6pPr>
            <a:lvl7pPr marL="8640257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7pPr>
            <a:lvl8pPr marL="10080300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8pPr>
            <a:lvl9pPr marL="11520343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C5B94-B869-47F2-99CE-837CDC999CA5}" type="datetimeFigureOut">
              <a:rPr lang="pt-BR" smtClean="0"/>
              <a:t>23/08/2025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BD756-415C-4419-BDE9-730212C47C3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0572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80029" y="8624810"/>
            <a:ext cx="12240181" cy="20557051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580215" y="8624810"/>
            <a:ext cx="12240181" cy="20557051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C5B94-B869-47F2-99CE-837CDC999CA5}" type="datetimeFigureOut">
              <a:rPr lang="pt-BR" smtClean="0"/>
              <a:t>23/08/2025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BD756-415C-4419-BDE9-730212C47C3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6387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780" y="1724969"/>
            <a:ext cx="24840367" cy="6262365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3784" y="7942328"/>
            <a:ext cx="12183928" cy="3892412"/>
          </a:xfrm>
        </p:spPr>
        <p:txBody>
          <a:bodyPr anchor="b"/>
          <a:lstStyle>
            <a:lvl1pPr marL="0" indent="0">
              <a:buNone/>
              <a:defRPr sz="7559" b="1"/>
            </a:lvl1pPr>
            <a:lvl2pPr marL="1440043" indent="0">
              <a:buNone/>
              <a:defRPr sz="6299" b="1"/>
            </a:lvl2pPr>
            <a:lvl3pPr marL="2880086" indent="0">
              <a:buNone/>
              <a:defRPr sz="5669" b="1"/>
            </a:lvl3pPr>
            <a:lvl4pPr marL="4320129" indent="0">
              <a:buNone/>
              <a:defRPr sz="5040" b="1"/>
            </a:lvl4pPr>
            <a:lvl5pPr marL="5760171" indent="0">
              <a:buNone/>
              <a:defRPr sz="5040" b="1"/>
            </a:lvl5pPr>
            <a:lvl6pPr marL="7200214" indent="0">
              <a:buNone/>
              <a:defRPr sz="5040" b="1"/>
            </a:lvl6pPr>
            <a:lvl7pPr marL="8640257" indent="0">
              <a:buNone/>
              <a:defRPr sz="5040" b="1"/>
            </a:lvl7pPr>
            <a:lvl8pPr marL="10080300" indent="0">
              <a:buNone/>
              <a:defRPr sz="5040" b="1"/>
            </a:lvl8pPr>
            <a:lvl9pPr marL="11520343" indent="0">
              <a:buNone/>
              <a:defRPr sz="504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83784" y="11834740"/>
            <a:ext cx="12183928" cy="17407120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4580217" y="7942328"/>
            <a:ext cx="12243932" cy="3892412"/>
          </a:xfrm>
        </p:spPr>
        <p:txBody>
          <a:bodyPr anchor="b"/>
          <a:lstStyle>
            <a:lvl1pPr marL="0" indent="0">
              <a:buNone/>
              <a:defRPr sz="7559" b="1"/>
            </a:lvl1pPr>
            <a:lvl2pPr marL="1440043" indent="0">
              <a:buNone/>
              <a:defRPr sz="6299" b="1"/>
            </a:lvl2pPr>
            <a:lvl3pPr marL="2880086" indent="0">
              <a:buNone/>
              <a:defRPr sz="5669" b="1"/>
            </a:lvl3pPr>
            <a:lvl4pPr marL="4320129" indent="0">
              <a:buNone/>
              <a:defRPr sz="5040" b="1"/>
            </a:lvl4pPr>
            <a:lvl5pPr marL="5760171" indent="0">
              <a:buNone/>
              <a:defRPr sz="5040" b="1"/>
            </a:lvl5pPr>
            <a:lvl6pPr marL="7200214" indent="0">
              <a:buNone/>
              <a:defRPr sz="5040" b="1"/>
            </a:lvl6pPr>
            <a:lvl7pPr marL="8640257" indent="0">
              <a:buNone/>
              <a:defRPr sz="5040" b="1"/>
            </a:lvl7pPr>
            <a:lvl8pPr marL="10080300" indent="0">
              <a:buNone/>
              <a:defRPr sz="5040" b="1"/>
            </a:lvl8pPr>
            <a:lvl9pPr marL="11520343" indent="0">
              <a:buNone/>
              <a:defRPr sz="504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4580217" y="11834740"/>
            <a:ext cx="12243932" cy="17407120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C5B94-B869-47F2-99CE-837CDC999CA5}" type="datetimeFigureOut">
              <a:rPr lang="pt-BR" smtClean="0"/>
              <a:t>23/08/2025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BD756-415C-4419-BDE9-730212C47C3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674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C5B94-B869-47F2-99CE-837CDC999CA5}" type="datetimeFigureOut">
              <a:rPr lang="pt-BR" smtClean="0"/>
              <a:t>23/08/2025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BD756-415C-4419-BDE9-730212C47C3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8173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C5B94-B869-47F2-99CE-837CDC999CA5}" type="datetimeFigureOut">
              <a:rPr lang="pt-BR" smtClean="0"/>
              <a:t>23/08/2025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BD756-415C-4419-BDE9-730212C47C3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1964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780" y="2159952"/>
            <a:ext cx="9288887" cy="7559834"/>
          </a:xfrm>
        </p:spPr>
        <p:txBody>
          <a:bodyPr anchor="b"/>
          <a:lstStyle>
            <a:lvl1pPr>
              <a:defRPr sz="1007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43932" y="4664905"/>
            <a:ext cx="14580215" cy="23024494"/>
          </a:xfrm>
        </p:spPr>
        <p:txBody>
          <a:bodyPr/>
          <a:lstStyle>
            <a:lvl1pPr>
              <a:defRPr sz="10079"/>
            </a:lvl1pPr>
            <a:lvl2pPr>
              <a:defRPr sz="8819"/>
            </a:lvl2pPr>
            <a:lvl3pPr>
              <a:defRPr sz="7559"/>
            </a:lvl3pPr>
            <a:lvl4pPr>
              <a:defRPr sz="6299"/>
            </a:lvl4pPr>
            <a:lvl5pPr>
              <a:defRPr sz="6299"/>
            </a:lvl5pPr>
            <a:lvl6pPr>
              <a:defRPr sz="6299"/>
            </a:lvl6pPr>
            <a:lvl7pPr>
              <a:defRPr sz="6299"/>
            </a:lvl7pPr>
            <a:lvl8pPr>
              <a:defRPr sz="6299"/>
            </a:lvl8pPr>
            <a:lvl9pPr>
              <a:defRPr sz="6299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780" y="9719786"/>
            <a:ext cx="9288887" cy="18007107"/>
          </a:xfrm>
        </p:spPr>
        <p:txBody>
          <a:bodyPr/>
          <a:lstStyle>
            <a:lvl1pPr marL="0" indent="0">
              <a:buNone/>
              <a:defRPr sz="5040"/>
            </a:lvl1pPr>
            <a:lvl2pPr marL="1440043" indent="0">
              <a:buNone/>
              <a:defRPr sz="4410"/>
            </a:lvl2pPr>
            <a:lvl3pPr marL="2880086" indent="0">
              <a:buNone/>
              <a:defRPr sz="3780"/>
            </a:lvl3pPr>
            <a:lvl4pPr marL="4320129" indent="0">
              <a:buNone/>
              <a:defRPr sz="3150"/>
            </a:lvl4pPr>
            <a:lvl5pPr marL="5760171" indent="0">
              <a:buNone/>
              <a:defRPr sz="3150"/>
            </a:lvl5pPr>
            <a:lvl6pPr marL="7200214" indent="0">
              <a:buNone/>
              <a:defRPr sz="3150"/>
            </a:lvl6pPr>
            <a:lvl7pPr marL="8640257" indent="0">
              <a:buNone/>
              <a:defRPr sz="3150"/>
            </a:lvl7pPr>
            <a:lvl8pPr marL="10080300" indent="0">
              <a:buNone/>
              <a:defRPr sz="3150"/>
            </a:lvl8pPr>
            <a:lvl9pPr marL="11520343" indent="0">
              <a:buNone/>
              <a:defRPr sz="315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C5B94-B869-47F2-99CE-837CDC999CA5}" type="datetimeFigureOut">
              <a:rPr lang="pt-BR" smtClean="0"/>
              <a:t>23/08/2025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BD756-415C-4419-BDE9-730212C47C3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80908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780" y="2159952"/>
            <a:ext cx="9288887" cy="7559834"/>
          </a:xfrm>
        </p:spPr>
        <p:txBody>
          <a:bodyPr anchor="b"/>
          <a:lstStyle>
            <a:lvl1pPr>
              <a:defRPr sz="1007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243932" y="4664905"/>
            <a:ext cx="14580215" cy="23024494"/>
          </a:xfrm>
        </p:spPr>
        <p:txBody>
          <a:bodyPr anchor="t"/>
          <a:lstStyle>
            <a:lvl1pPr marL="0" indent="0">
              <a:buNone/>
              <a:defRPr sz="10079"/>
            </a:lvl1pPr>
            <a:lvl2pPr marL="1440043" indent="0">
              <a:buNone/>
              <a:defRPr sz="8819"/>
            </a:lvl2pPr>
            <a:lvl3pPr marL="2880086" indent="0">
              <a:buNone/>
              <a:defRPr sz="7559"/>
            </a:lvl3pPr>
            <a:lvl4pPr marL="4320129" indent="0">
              <a:buNone/>
              <a:defRPr sz="6299"/>
            </a:lvl4pPr>
            <a:lvl5pPr marL="5760171" indent="0">
              <a:buNone/>
              <a:defRPr sz="6299"/>
            </a:lvl5pPr>
            <a:lvl6pPr marL="7200214" indent="0">
              <a:buNone/>
              <a:defRPr sz="6299"/>
            </a:lvl6pPr>
            <a:lvl7pPr marL="8640257" indent="0">
              <a:buNone/>
              <a:defRPr sz="6299"/>
            </a:lvl7pPr>
            <a:lvl8pPr marL="10080300" indent="0">
              <a:buNone/>
              <a:defRPr sz="6299"/>
            </a:lvl8pPr>
            <a:lvl9pPr marL="11520343" indent="0">
              <a:buNone/>
              <a:defRPr sz="6299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780" y="9719786"/>
            <a:ext cx="9288887" cy="18007107"/>
          </a:xfrm>
        </p:spPr>
        <p:txBody>
          <a:bodyPr/>
          <a:lstStyle>
            <a:lvl1pPr marL="0" indent="0">
              <a:buNone/>
              <a:defRPr sz="5040"/>
            </a:lvl1pPr>
            <a:lvl2pPr marL="1440043" indent="0">
              <a:buNone/>
              <a:defRPr sz="4410"/>
            </a:lvl2pPr>
            <a:lvl3pPr marL="2880086" indent="0">
              <a:buNone/>
              <a:defRPr sz="3780"/>
            </a:lvl3pPr>
            <a:lvl4pPr marL="4320129" indent="0">
              <a:buNone/>
              <a:defRPr sz="3150"/>
            </a:lvl4pPr>
            <a:lvl5pPr marL="5760171" indent="0">
              <a:buNone/>
              <a:defRPr sz="3150"/>
            </a:lvl5pPr>
            <a:lvl6pPr marL="7200214" indent="0">
              <a:buNone/>
              <a:defRPr sz="3150"/>
            </a:lvl6pPr>
            <a:lvl7pPr marL="8640257" indent="0">
              <a:buNone/>
              <a:defRPr sz="3150"/>
            </a:lvl7pPr>
            <a:lvl8pPr marL="10080300" indent="0">
              <a:buNone/>
              <a:defRPr sz="3150"/>
            </a:lvl8pPr>
            <a:lvl9pPr marL="11520343" indent="0">
              <a:buNone/>
              <a:defRPr sz="315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C5B94-B869-47F2-99CE-837CDC999CA5}" type="datetimeFigureOut">
              <a:rPr lang="pt-BR" smtClean="0"/>
              <a:t>23/08/2025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BD756-415C-4419-BDE9-730212C47C3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8291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C5B94-B869-47F2-99CE-837CDC999CA5}" type="datetimeFigureOut">
              <a:rPr lang="pt-BR" smtClean="0"/>
              <a:t>23/08/2025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BD756-415C-4419-BDE9-730212C47C3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2450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0610306" y="1724962"/>
            <a:ext cx="6210092" cy="2745689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80031" y="1724962"/>
            <a:ext cx="18270270" cy="27456899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C5B94-B869-47F2-99CE-837CDC999CA5}" type="datetimeFigureOut">
              <a:rPr lang="pt-BR" smtClean="0"/>
              <a:t>23/08/2025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BD756-415C-4419-BDE9-730212C47C3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74023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80029" y="1724969"/>
            <a:ext cx="24840367" cy="62623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0029" y="8624810"/>
            <a:ext cx="24840367" cy="205570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980029" y="30029347"/>
            <a:ext cx="6480096" cy="17249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FC5B94-B869-47F2-99CE-837CDC999CA5}" type="datetimeFigureOut">
              <a:rPr lang="pt-BR" smtClean="0"/>
              <a:t>23/08/2025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540141" y="30029347"/>
            <a:ext cx="9720143" cy="17249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0340300" y="30029347"/>
            <a:ext cx="6480096" cy="17249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8BD756-415C-4419-BDE9-730212C47C3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5443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2880086" rtl="0" eaLnBrk="1" latinLnBrk="0" hangingPunct="1">
        <a:lnSpc>
          <a:spcPct val="90000"/>
        </a:lnSpc>
        <a:spcBef>
          <a:spcPct val="0"/>
        </a:spcBef>
        <a:buNone/>
        <a:defRPr sz="1385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20021" indent="-720021" algn="l" defTabSz="2880086" rtl="0" eaLnBrk="1" latinLnBrk="0" hangingPunct="1">
        <a:lnSpc>
          <a:spcPct val="90000"/>
        </a:lnSpc>
        <a:spcBef>
          <a:spcPts val="3150"/>
        </a:spcBef>
        <a:buFont typeface="Arial" panose="020B0604020202020204" pitchFamily="34" charset="0"/>
        <a:buChar char="•"/>
        <a:defRPr sz="8819" kern="1200">
          <a:solidFill>
            <a:schemeClr val="tx1"/>
          </a:solidFill>
          <a:latin typeface="+mn-lt"/>
          <a:ea typeface="+mn-ea"/>
          <a:cs typeface="+mn-cs"/>
        </a:defRPr>
      </a:lvl1pPr>
      <a:lvl2pPr marL="2160064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7559" kern="1200">
          <a:solidFill>
            <a:schemeClr val="tx1"/>
          </a:solidFill>
          <a:latin typeface="+mn-lt"/>
          <a:ea typeface="+mn-ea"/>
          <a:cs typeface="+mn-cs"/>
        </a:defRPr>
      </a:lvl2pPr>
      <a:lvl3pPr marL="3600107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6299" kern="1200">
          <a:solidFill>
            <a:schemeClr val="tx1"/>
          </a:solidFill>
          <a:latin typeface="+mn-lt"/>
          <a:ea typeface="+mn-ea"/>
          <a:cs typeface="+mn-cs"/>
        </a:defRPr>
      </a:lvl3pPr>
      <a:lvl4pPr marL="5040150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4pPr>
      <a:lvl5pPr marL="6480193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5pPr>
      <a:lvl6pPr marL="7920236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6pPr>
      <a:lvl7pPr marL="9360278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7pPr>
      <a:lvl8pPr marL="10800321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8pPr>
      <a:lvl9pPr marL="12240364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1pPr>
      <a:lvl2pPr marL="1440043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2pPr>
      <a:lvl3pPr marL="2880086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3pPr>
      <a:lvl4pPr marL="4320129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4pPr>
      <a:lvl5pPr marL="5760171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5pPr>
      <a:lvl6pPr marL="7200214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6pPr>
      <a:lvl7pPr marL="8640257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7pPr>
      <a:lvl8pPr marL="10080300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8pPr>
      <a:lvl9pPr marL="11520343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youtu.be/ZUt_OO_C4Eo?si=q1TT6jrQlpRZILd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aralelogramo 13">
            <a:extLst>
              <a:ext uri="{FF2B5EF4-FFF2-40B4-BE49-F238E27FC236}">
                <a16:creationId xmlns:a16="http://schemas.microsoft.com/office/drawing/2014/main" id="{10997A6D-77F8-4235-8AFF-24C3F4C0A6DA}"/>
              </a:ext>
            </a:extLst>
          </p:cNvPr>
          <p:cNvSpPr/>
          <p:nvPr/>
        </p:nvSpPr>
        <p:spPr>
          <a:xfrm>
            <a:off x="1778564" y="5881028"/>
            <a:ext cx="25236763" cy="2364546"/>
          </a:xfrm>
          <a:prstGeom prst="parallelogram">
            <a:avLst/>
          </a:prstGeom>
          <a:gradFill>
            <a:gsLst>
              <a:gs pos="32000">
                <a:schemeClr val="accent6">
                  <a:lumMod val="0"/>
                  <a:lumOff val="100000"/>
                </a:schemeClr>
              </a:gs>
              <a:gs pos="93000">
                <a:schemeClr val="accent1">
                  <a:lumMod val="50000"/>
                </a:schemeClr>
              </a:gs>
            </a:gsLst>
            <a:path path="circle">
              <a:fillToRect l="50000" t="-80000" r="50000" b="18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6119"/>
          </a:p>
        </p:txBody>
      </p:sp>
      <p:sp>
        <p:nvSpPr>
          <p:cNvPr id="33" name="Retângulo 32"/>
          <p:cNvSpPr/>
          <p:nvPr/>
        </p:nvSpPr>
        <p:spPr>
          <a:xfrm>
            <a:off x="-55187" y="5881028"/>
            <a:ext cx="28800425" cy="263190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6119"/>
          </a:p>
        </p:txBody>
      </p:sp>
      <p:sp>
        <p:nvSpPr>
          <p:cNvPr id="13" name="CaixaDeTexto 12"/>
          <p:cNvSpPr txBox="1"/>
          <p:nvPr/>
        </p:nvSpPr>
        <p:spPr>
          <a:xfrm>
            <a:off x="309109" y="6301153"/>
            <a:ext cx="28786628" cy="1733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333" dirty="0">
                <a:latin typeface="Arial" panose="020B0604020202020204" pitchFamily="34" charset="0"/>
                <a:cs typeface="Arial" panose="020B0604020202020204" pitchFamily="34" charset="0"/>
              </a:rPr>
              <a:t>Integrantes: Julia Mendes e Maria Júlia Araújo–2º Desenvolvimento de Sistemas </a:t>
            </a:r>
            <a:r>
              <a:rPr lang="pt-BR" sz="5333" dirty="0" err="1">
                <a:latin typeface="Arial" panose="020B0604020202020204" pitchFamily="34" charset="0"/>
                <a:cs typeface="Arial" panose="020B0604020202020204" pitchFamily="34" charset="0"/>
              </a:rPr>
              <a:t>Mtec</a:t>
            </a:r>
            <a:endParaRPr lang="pt-BR" sz="5333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pt-BR" sz="5333" dirty="0">
                <a:latin typeface="Arial" panose="020B0604020202020204" pitchFamily="34" charset="0"/>
                <a:cs typeface="Arial" panose="020B0604020202020204" pitchFamily="34" charset="0"/>
              </a:rPr>
              <a:t> Orientador: </a:t>
            </a:r>
            <a:r>
              <a:rPr lang="pt-BR" sz="5333" dirty="0" err="1">
                <a:latin typeface="Arial" panose="020B0604020202020204" pitchFamily="34" charset="0"/>
                <a:cs typeface="Arial" panose="020B0604020202020204" pitchFamily="34" charset="0"/>
              </a:rPr>
              <a:t>Prof°</a:t>
            </a:r>
            <a:r>
              <a:rPr lang="pt-BR" sz="5333" dirty="0">
                <a:latin typeface="Arial" panose="020B0604020202020204" pitchFamily="34" charset="0"/>
                <a:cs typeface="Arial" panose="020B0604020202020204" pitchFamily="34" charset="0"/>
              </a:rPr>
              <a:t> Américo Villela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171033" y="10372003"/>
            <a:ext cx="14241055" cy="4469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556" dirty="0">
                <a:latin typeface="Arial" panose="020B0604020202020204" pitchFamily="34" charset="0"/>
                <a:cs typeface="Arial" panose="020B0604020202020204" pitchFamily="34" charset="0"/>
              </a:rPr>
              <a:t>O projeto visa desenvolver um jogo didático, que ensine a História do Brasil nos períodos pré-colonial e colonial. Este adotará uma abordagem imersiva, já que o jogador atuará na história como um de seus personagens e vivenciará aventuras lúdicas, com o intuito de compreender sobre a formação do nosso país. Além disto, o jogo será estruturado em fases e desafios, que irão validar os conhecimentos adquiridos, com questões inspiradas no formato de vestibulares e Enem;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14614558" y="10331354"/>
            <a:ext cx="14241055" cy="28283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556" dirty="0">
                <a:latin typeface="Arial" panose="020B0604020202020204" pitchFamily="34" charset="0"/>
                <a:cs typeface="Arial" panose="020B0604020202020204" pitchFamily="34" charset="0"/>
              </a:rPr>
              <a:t>Desenvolver um jogo de aventura, que aborde a História do Brasil pré-colonial e colonial, visando o aprendizado do jogador de maneira lúdica e envolvente. Além de reforçar os conhecimentos apreendidos por meio das fases e desafios e assim estimulará a fixação do conteúdo histórico.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68984" y="17304792"/>
            <a:ext cx="14241055" cy="3922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556" dirty="0">
                <a:latin typeface="Arial" panose="020B0604020202020204" pitchFamily="34" charset="0"/>
                <a:cs typeface="Arial" panose="020B0604020202020204" pitchFamily="34" charset="0"/>
              </a:rPr>
              <a:t>Em relação à construção da narrativa do jogo de aventura, será realizado um levantamento de conteúdos da História do Brasil pré-colonial e colonial, abordados na disciplina de História do Ensino Médio. Desta forma, para que o jogador avance de fase, será necessário superar níveis de dificuldade, além de realizar atividades e responder a questões aplicadas nas fases bônus do jogo. Além disto, será implementado um sistema de conquistas.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14504182" y="17352337"/>
            <a:ext cx="14241055" cy="28283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556" dirty="0">
                <a:latin typeface="Arial" panose="020B0604020202020204" pitchFamily="34" charset="0"/>
                <a:cs typeface="Arial" panose="020B0604020202020204" pitchFamily="34" charset="0"/>
              </a:rPr>
              <a:t>Aumentar o interesse dos estudantes pela História do Brasil e cativá-los com a narrativa lúdica desenvolvida no jogo. Além disto, em caso de uma recepção positiva, almejamos aprimorar nosso protótipo e explorar os demais conteúdos e temas abordados na disciplina de História.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5460399" y="2602781"/>
            <a:ext cx="18871918" cy="1802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111" b="1" dirty="0">
                <a:latin typeface="Arial" panose="020B0604020202020204" pitchFamily="34" charset="0"/>
                <a:cs typeface="Arial" panose="020B0604020202020204" pitchFamily="34" charset="0"/>
              </a:rPr>
              <a:t>HISTORIANDO</a:t>
            </a:r>
          </a:p>
        </p:txBody>
      </p:sp>
      <p:sp>
        <p:nvSpPr>
          <p:cNvPr id="11" name="Triângulo isósceles 10">
            <a:extLst>
              <a:ext uri="{FF2B5EF4-FFF2-40B4-BE49-F238E27FC236}">
                <a16:creationId xmlns:a16="http://schemas.microsoft.com/office/drawing/2014/main" id="{4D507378-EAF9-412B-857B-5E786B39B35F}"/>
              </a:ext>
            </a:extLst>
          </p:cNvPr>
          <p:cNvSpPr/>
          <p:nvPr/>
        </p:nvSpPr>
        <p:spPr>
          <a:xfrm rot="5400000">
            <a:off x="1632208" y="-1636031"/>
            <a:ext cx="4047916" cy="7526945"/>
          </a:xfrm>
          <a:prstGeom prst="triangle">
            <a:avLst>
              <a:gd name="adj" fmla="val 48820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6119"/>
          </a:p>
        </p:txBody>
      </p:sp>
      <p:sp>
        <p:nvSpPr>
          <p:cNvPr id="5" name="Retângulo 4"/>
          <p:cNvSpPr/>
          <p:nvPr/>
        </p:nvSpPr>
        <p:spPr>
          <a:xfrm>
            <a:off x="-107307" y="1"/>
            <a:ext cx="28894886" cy="323992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6119"/>
          </a:p>
        </p:txBody>
      </p:sp>
      <p:sp>
        <p:nvSpPr>
          <p:cNvPr id="7" name="Triângulo retângulo 6"/>
          <p:cNvSpPr/>
          <p:nvPr/>
        </p:nvSpPr>
        <p:spPr>
          <a:xfrm rot="16200000">
            <a:off x="23907672" y="27580753"/>
            <a:ext cx="4269102" cy="5426989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6119"/>
          </a:p>
        </p:txBody>
      </p:sp>
      <p:sp>
        <p:nvSpPr>
          <p:cNvPr id="2" name="Retângulo de cantos arredondados 1"/>
          <p:cNvSpPr/>
          <p:nvPr/>
        </p:nvSpPr>
        <p:spPr>
          <a:xfrm>
            <a:off x="3575" y="8527905"/>
            <a:ext cx="14182293" cy="951904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6119" dirty="0"/>
          </a:p>
        </p:txBody>
      </p:sp>
      <p:sp>
        <p:nvSpPr>
          <p:cNvPr id="6" name="CaixaDeTexto 5"/>
          <p:cNvSpPr txBox="1"/>
          <p:nvPr/>
        </p:nvSpPr>
        <p:spPr>
          <a:xfrm>
            <a:off x="309109" y="8529923"/>
            <a:ext cx="3874542" cy="913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333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RESUMO</a:t>
            </a:r>
          </a:p>
        </p:txBody>
      </p:sp>
      <p:sp>
        <p:nvSpPr>
          <p:cNvPr id="32" name="Retângulo de cantos arredondados 31"/>
          <p:cNvSpPr/>
          <p:nvPr/>
        </p:nvSpPr>
        <p:spPr>
          <a:xfrm>
            <a:off x="14539215" y="8524745"/>
            <a:ext cx="14182293" cy="951904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6119"/>
          </a:p>
        </p:txBody>
      </p:sp>
      <p:sp>
        <p:nvSpPr>
          <p:cNvPr id="34" name="CaixaDeTexto 33"/>
          <p:cNvSpPr txBox="1"/>
          <p:nvPr/>
        </p:nvSpPr>
        <p:spPr>
          <a:xfrm>
            <a:off x="14903511" y="8607238"/>
            <a:ext cx="3874542" cy="913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333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OBJETIVO</a:t>
            </a:r>
          </a:p>
        </p:txBody>
      </p:sp>
      <p:sp>
        <p:nvSpPr>
          <p:cNvPr id="35" name="Retângulo de cantos arredondados 34"/>
          <p:cNvSpPr/>
          <p:nvPr/>
        </p:nvSpPr>
        <p:spPr>
          <a:xfrm>
            <a:off x="7373" y="16117381"/>
            <a:ext cx="14182293" cy="951904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6119"/>
          </a:p>
        </p:txBody>
      </p:sp>
      <p:sp>
        <p:nvSpPr>
          <p:cNvPr id="36" name="CaixaDeTexto 35"/>
          <p:cNvSpPr txBox="1"/>
          <p:nvPr/>
        </p:nvSpPr>
        <p:spPr>
          <a:xfrm>
            <a:off x="360720" y="16119400"/>
            <a:ext cx="5998477" cy="913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333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METODOLOGIA</a:t>
            </a:r>
          </a:p>
        </p:txBody>
      </p:sp>
      <p:sp>
        <p:nvSpPr>
          <p:cNvPr id="37" name="Retângulo de cantos arredondados 36"/>
          <p:cNvSpPr/>
          <p:nvPr/>
        </p:nvSpPr>
        <p:spPr>
          <a:xfrm>
            <a:off x="14543012" y="16117381"/>
            <a:ext cx="14182293" cy="951904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6119" dirty="0"/>
          </a:p>
        </p:txBody>
      </p:sp>
      <p:sp>
        <p:nvSpPr>
          <p:cNvPr id="38" name="CaixaDeTexto 37"/>
          <p:cNvSpPr txBox="1"/>
          <p:nvPr/>
        </p:nvSpPr>
        <p:spPr>
          <a:xfrm>
            <a:off x="14896358" y="16119400"/>
            <a:ext cx="9871045" cy="913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333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RESULTADOS ESPERADOS</a:t>
            </a:r>
          </a:p>
        </p:txBody>
      </p:sp>
      <p:sp>
        <p:nvSpPr>
          <p:cNvPr id="39" name="Retângulo de cantos arredondados 38"/>
          <p:cNvSpPr/>
          <p:nvPr/>
        </p:nvSpPr>
        <p:spPr>
          <a:xfrm>
            <a:off x="59536" y="22023104"/>
            <a:ext cx="14182293" cy="951904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6119" dirty="0"/>
          </a:p>
        </p:txBody>
      </p:sp>
      <p:sp>
        <p:nvSpPr>
          <p:cNvPr id="40" name="CaixaDeTexto 39"/>
          <p:cNvSpPr txBox="1"/>
          <p:nvPr/>
        </p:nvSpPr>
        <p:spPr>
          <a:xfrm>
            <a:off x="402974" y="22059986"/>
            <a:ext cx="11256995" cy="913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333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REFERÊNCIAS BIBLIOGRÁFICAS</a:t>
            </a:r>
          </a:p>
        </p:txBody>
      </p:sp>
      <p:sp>
        <p:nvSpPr>
          <p:cNvPr id="42" name="Elipse 41"/>
          <p:cNvSpPr/>
          <p:nvPr/>
        </p:nvSpPr>
        <p:spPr>
          <a:xfrm>
            <a:off x="26906135" y="3944052"/>
            <a:ext cx="1785098" cy="1785098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6119"/>
          </a:p>
        </p:txBody>
      </p:sp>
      <p:sp>
        <p:nvSpPr>
          <p:cNvPr id="43" name="CaixaDeTexto 42"/>
          <p:cNvSpPr txBox="1"/>
          <p:nvPr/>
        </p:nvSpPr>
        <p:spPr>
          <a:xfrm>
            <a:off x="27239112" y="4187791"/>
            <a:ext cx="1452122" cy="13234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sz="8000" b="1" dirty="0">
                <a:solidFill>
                  <a:schemeClr val="bg1"/>
                </a:solidFill>
              </a:rPr>
              <a:t>30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34641" y="21956788"/>
            <a:ext cx="14241055" cy="688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lnSpc>
                <a:spcPct val="120000"/>
              </a:lnSpc>
              <a:buClr>
                <a:schemeClr val="dk1"/>
              </a:buClr>
              <a:buSzPts val="1100"/>
            </a:pPr>
            <a:r>
              <a:rPr lang="pt-BR" sz="3556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</a:p>
        </p:txBody>
      </p:sp>
      <p:pic>
        <p:nvPicPr>
          <p:cNvPr id="8" name="Imagem 7" descr="Logotipo&#10;&#10;Descrição gerada automaticamente">
            <a:extLst>
              <a:ext uri="{FF2B5EF4-FFF2-40B4-BE49-F238E27FC236}">
                <a16:creationId xmlns:a16="http://schemas.microsoft.com/office/drawing/2014/main" id="{CA858D27-63D4-920B-983F-0BEC23DF6A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168" y="-355106"/>
            <a:ext cx="5256309" cy="5256309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1EE55402-6F45-ED66-7D51-5E6D09985D51}"/>
              </a:ext>
            </a:extLst>
          </p:cNvPr>
          <p:cNvSpPr txBox="1"/>
          <p:nvPr/>
        </p:nvSpPr>
        <p:spPr>
          <a:xfrm rot="181141">
            <a:off x="853008" y="743604"/>
            <a:ext cx="261257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16ª</a:t>
            </a: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F3AF078B-224E-223C-6374-34B93515E1E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6104" y="30520934"/>
            <a:ext cx="3441324" cy="1721026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A3ECDCCB-9CD6-BC3D-1DE8-7A0B9A218A6A}"/>
              </a:ext>
            </a:extLst>
          </p:cNvPr>
          <p:cNvSpPr txBox="1"/>
          <p:nvPr/>
        </p:nvSpPr>
        <p:spPr>
          <a:xfrm>
            <a:off x="105907" y="23240420"/>
            <a:ext cx="14678526" cy="39272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560" dirty="0">
                <a:latin typeface="Arial" panose="020B0604020202020204" pitchFamily="34" charset="0"/>
                <a:cs typeface="Arial" panose="020B0604020202020204" pitchFamily="34" charset="0"/>
              </a:rPr>
              <a:t>BRASIL. Brasil: 500 anos de povoamento. Rio de Janeiro: IBGE, Centro de Documentação e Disseminação de Informações, 2007. 232 p.</a:t>
            </a:r>
          </a:p>
          <a:p>
            <a:endParaRPr lang="pt-BR" sz="356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3560" dirty="0">
                <a:latin typeface="Arial" panose="020B0604020202020204" pitchFamily="34" charset="0"/>
                <a:cs typeface="Arial" panose="020B0604020202020204" pitchFamily="34" charset="0"/>
              </a:rPr>
              <a:t>CASTANHARI, Felipe. O Brasil antes de 1500. A História que você nunca aprendeu. Youtube, 2025. </a:t>
            </a:r>
          </a:p>
          <a:p>
            <a:r>
              <a:rPr lang="pt-BR" sz="3560" dirty="0">
                <a:latin typeface="Arial" panose="020B0604020202020204" pitchFamily="34" charset="0"/>
                <a:cs typeface="Arial" panose="020B0604020202020204" pitchFamily="34" charset="0"/>
              </a:rPr>
              <a:t>Disponível em: </a:t>
            </a:r>
            <a:r>
              <a:rPr lang="pt-BR" sz="3560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https://youtu.be/ZUt_OO_C4Eo?si=q1TT6jrQlpRZILdG</a:t>
            </a:r>
            <a:r>
              <a:rPr lang="pt-BR" sz="3560" dirty="0">
                <a:latin typeface="Arial" panose="020B0604020202020204" pitchFamily="34" charset="0"/>
                <a:cs typeface="Arial" panose="020B0604020202020204" pitchFamily="34" charset="0"/>
              </a:rPr>
              <a:t>. Acesso em 05/05/2025</a:t>
            </a:r>
          </a:p>
        </p:txBody>
      </p:sp>
    </p:spTree>
    <p:extLst>
      <p:ext uri="{BB962C8B-B14F-4D97-AF65-F5344CB8AC3E}">
        <p14:creationId xmlns:p14="http://schemas.microsoft.com/office/powerpoint/2010/main" val="290943827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239</TotalTime>
  <Words>358</Words>
  <Application>Microsoft Office PowerPoint</Application>
  <PresentationFormat>Personalizar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Daniel</dc:creator>
  <cp:lastModifiedBy>Matheus Araújo</cp:lastModifiedBy>
  <cp:revision>29</cp:revision>
  <dcterms:created xsi:type="dcterms:W3CDTF">2017-07-11T16:55:04Z</dcterms:created>
  <dcterms:modified xsi:type="dcterms:W3CDTF">2025-08-23T18:22:01Z</dcterms:modified>
</cp:coreProperties>
</file>